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Anton" charset="1" panose="00000500000000000000"/>
      <p:regular r:id="rId22"/>
    </p:embeddedFont>
    <p:embeddedFont>
      <p:font typeface="Codec Pro Bold" charset="1" panose="00000600000000000000"/>
      <p:regular r:id="rId23"/>
    </p:embeddedFont>
    <p:embeddedFont>
      <p:font typeface="Codec Pro" charset="1" panose="000005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jpe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7.png" Type="http://schemas.openxmlformats.org/officeDocument/2006/relationships/image"/><Relationship Id="rId13" Target="../media/image18.png" Type="http://schemas.openxmlformats.org/officeDocument/2006/relationships/image"/><Relationship Id="rId14" Target="../media/image19.png" Type="http://schemas.openxmlformats.org/officeDocument/2006/relationships/image"/><Relationship Id="rId15" Target="../media/image20.png" Type="http://schemas.openxmlformats.org/officeDocument/2006/relationships/image"/><Relationship Id="rId16" Target="../media/image21.png" Type="http://schemas.openxmlformats.org/officeDocument/2006/relationships/image"/><Relationship Id="rId17" Target="../media/image22.png" Type="http://schemas.openxmlformats.org/officeDocument/2006/relationships/image"/><Relationship Id="rId18" Target="../media/image23.png" Type="http://schemas.openxmlformats.org/officeDocument/2006/relationships/image"/><Relationship Id="rId19" Target="../media/image24.png" Type="http://schemas.openxmlformats.org/officeDocument/2006/relationships/image"/><Relationship Id="rId2" Target="../media/image1.jpeg" Type="http://schemas.openxmlformats.org/officeDocument/2006/relationships/image"/><Relationship Id="rId20" Target="../media/image25.png" Type="http://schemas.openxmlformats.org/officeDocument/2006/relationships/image"/><Relationship Id="rId21" Target="https://chava-sai.github.io/Portfolio/" TargetMode="External" Type="http://schemas.openxmlformats.org/officeDocument/2006/relationships/hyperlink"/><Relationship Id="rId3" Target="../media/image9.png" Type="http://schemas.openxmlformats.org/officeDocument/2006/relationships/image"/><Relationship Id="rId4" Target="../media/image10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7.png" Type="http://schemas.openxmlformats.org/officeDocument/2006/relationships/image"/><Relationship Id="rId4" Target="../media/image28.sv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2.png" Type="http://schemas.openxmlformats.org/officeDocument/2006/relationships/image"/><Relationship Id="rId4" Target="../media/image33.sv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3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3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36.png" Type="http://schemas.openxmlformats.org/officeDocument/2006/relationships/image"/><Relationship Id="rId4" Target="../media/image37.svg" Type="http://schemas.openxmlformats.org/officeDocument/2006/relationships/image"/><Relationship Id="rId5" Target="../media/image40.png" Type="http://schemas.openxmlformats.org/officeDocument/2006/relationships/image"/><Relationship Id="rId6" Target="../media/image41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4.png" Type="http://schemas.openxmlformats.org/officeDocument/2006/relationships/image"/><Relationship Id="rId6" Target="../media/image45.png" Type="http://schemas.openxmlformats.org/officeDocument/2006/relationships/image"/><Relationship Id="rId7" Target="../media/image46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7.png" Type="http://schemas.openxmlformats.org/officeDocument/2006/relationships/image"/><Relationship Id="rId5" Target="../media/image36.png" Type="http://schemas.openxmlformats.org/officeDocument/2006/relationships/image"/><Relationship Id="rId6" Target="../media/image37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40.png" Type="http://schemas.openxmlformats.org/officeDocument/2006/relationships/image"/><Relationship Id="rId4" Target="../media/image41.svg" Type="http://schemas.openxmlformats.org/officeDocument/2006/relationships/image"/><Relationship Id="rId5" Target="../media/image4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Relationship Id="rId5" Target="../media/image4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50.png" Type="http://schemas.openxmlformats.org/officeDocument/2006/relationships/image"/><Relationship Id="rId4" Target="../media/image32.png" Type="http://schemas.openxmlformats.org/officeDocument/2006/relationships/image"/><Relationship Id="rId5" Target="../media/image33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81930" y="-1424914"/>
            <a:ext cx="8483403" cy="11741734"/>
          </a:xfrm>
          <a:custGeom>
            <a:avLst/>
            <a:gdLst/>
            <a:ahLst/>
            <a:cxnLst/>
            <a:rect r="r" b="b" t="t" l="l"/>
            <a:pathLst>
              <a:path h="11741734" w="8483403">
                <a:moveTo>
                  <a:pt x="0" y="0"/>
                </a:moveTo>
                <a:lnTo>
                  <a:pt x="8483402" y="0"/>
                </a:lnTo>
                <a:lnTo>
                  <a:pt x="8483402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04348" y="2386492"/>
            <a:ext cx="12517397" cy="6747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7510"/>
              </a:lnSpc>
            </a:pPr>
            <a:r>
              <a:rPr lang="en-US" sz="16676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PYTHON PROGRAMMING</a:t>
            </a:r>
          </a:p>
          <a:p>
            <a:pPr algn="r">
              <a:lnSpc>
                <a:spcPts val="17510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629044" y="-1758281"/>
            <a:ext cx="5750608" cy="3516562"/>
          </a:xfrm>
          <a:custGeom>
            <a:avLst/>
            <a:gdLst/>
            <a:ahLst/>
            <a:cxnLst/>
            <a:rect r="r" b="b" t="t" l="l"/>
            <a:pathLst>
              <a:path h="3516562" w="5750608">
                <a:moveTo>
                  <a:pt x="0" y="0"/>
                </a:moveTo>
                <a:lnTo>
                  <a:pt x="5750607" y="0"/>
                </a:lnTo>
                <a:lnTo>
                  <a:pt x="5750607" y="3516562"/>
                </a:lnTo>
                <a:lnTo>
                  <a:pt x="0" y="35165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63529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627419" y="125117"/>
            <a:ext cx="3371095" cy="1395899"/>
          </a:xfrm>
          <a:custGeom>
            <a:avLst/>
            <a:gdLst/>
            <a:ahLst/>
            <a:cxnLst/>
            <a:rect r="r" b="b" t="t" l="l"/>
            <a:pathLst>
              <a:path h="1395899" w="3371095">
                <a:moveTo>
                  <a:pt x="0" y="0"/>
                </a:moveTo>
                <a:lnTo>
                  <a:pt x="3371095" y="0"/>
                </a:lnTo>
                <a:lnTo>
                  <a:pt x="3371095" y="1395898"/>
                </a:lnTo>
                <a:lnTo>
                  <a:pt x="0" y="139589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246282" y="-719879"/>
            <a:ext cx="5763163" cy="2478160"/>
          </a:xfrm>
          <a:custGeom>
            <a:avLst/>
            <a:gdLst/>
            <a:ahLst/>
            <a:cxnLst/>
            <a:rect r="r" b="b" t="t" l="l"/>
            <a:pathLst>
              <a:path h="2478160" w="5763163">
                <a:moveTo>
                  <a:pt x="0" y="0"/>
                </a:moveTo>
                <a:lnTo>
                  <a:pt x="5763163" y="0"/>
                </a:lnTo>
                <a:lnTo>
                  <a:pt x="5763163" y="2478160"/>
                </a:lnTo>
                <a:lnTo>
                  <a:pt x="0" y="24781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609783" y="1926694"/>
            <a:ext cx="1474089" cy="1474089"/>
          </a:xfrm>
          <a:custGeom>
            <a:avLst/>
            <a:gdLst/>
            <a:ahLst/>
            <a:cxnLst/>
            <a:rect r="r" b="b" t="t" l="l"/>
            <a:pathLst>
              <a:path h="1474089" w="1474089">
                <a:moveTo>
                  <a:pt x="0" y="0"/>
                </a:moveTo>
                <a:lnTo>
                  <a:pt x="1474089" y="0"/>
                </a:lnTo>
                <a:lnTo>
                  <a:pt x="1474089" y="1474089"/>
                </a:lnTo>
                <a:lnTo>
                  <a:pt x="0" y="147408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608215" y="2543960"/>
            <a:ext cx="3808102" cy="1713646"/>
          </a:xfrm>
          <a:custGeom>
            <a:avLst/>
            <a:gdLst/>
            <a:ahLst/>
            <a:cxnLst/>
            <a:rect r="r" b="b" t="t" l="l"/>
            <a:pathLst>
              <a:path h="1713646" w="3808102">
                <a:moveTo>
                  <a:pt x="0" y="0"/>
                </a:moveTo>
                <a:lnTo>
                  <a:pt x="3808102" y="0"/>
                </a:lnTo>
                <a:lnTo>
                  <a:pt x="3808102" y="1713646"/>
                </a:lnTo>
                <a:lnTo>
                  <a:pt x="0" y="17136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301472" y="7133657"/>
            <a:ext cx="10446729" cy="662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948"/>
              </a:lnSpc>
            </a:pPr>
            <a:r>
              <a:rPr lang="en-US" b="true" sz="3534" spc="367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PRESENTATION BY SRINIVASA SAI CHAVA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842898" y="8430260"/>
            <a:ext cx="11363878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b="true" sz="5600" spc="28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MODULE 1 OF ESSENTIALS OF AI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2080885" y="0"/>
            <a:ext cx="6207115" cy="4114800"/>
          </a:xfrm>
          <a:custGeom>
            <a:avLst/>
            <a:gdLst/>
            <a:ahLst/>
            <a:cxnLst/>
            <a:rect r="r" b="b" t="t" l="l"/>
            <a:pathLst>
              <a:path h="4114800" w="6207115">
                <a:moveTo>
                  <a:pt x="6207115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6207115" y="0"/>
                </a:lnTo>
                <a:lnTo>
                  <a:pt x="6207115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3053165" y="4511213"/>
            <a:ext cx="5246370" cy="4744212"/>
            <a:chOff x="0" y="0"/>
            <a:chExt cx="812800" cy="73500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735003"/>
            </a:xfrm>
            <a:custGeom>
              <a:avLst/>
              <a:gdLst/>
              <a:ahLst/>
              <a:cxnLst/>
              <a:rect r="r" b="b" t="t" l="l"/>
              <a:pathLst>
                <a:path h="73500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35003"/>
                  </a:lnTo>
                  <a:lnTo>
                    <a:pt x="0" y="735003"/>
                  </a:lnTo>
                  <a:close/>
                </a:path>
              </a:pathLst>
            </a:custGeom>
            <a:blipFill>
              <a:blip r:embed="rId5"/>
              <a:stretch>
                <a:fillRect l="0" t="-5944" r="-1179" b="-5944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05098" y="925830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982419" y="1548823"/>
            <a:ext cx="1581728" cy="1581728"/>
          </a:xfrm>
          <a:custGeom>
            <a:avLst/>
            <a:gdLst/>
            <a:ahLst/>
            <a:cxnLst/>
            <a:rect r="r" b="b" t="t" l="l"/>
            <a:pathLst>
              <a:path h="1581728" w="1581728">
                <a:moveTo>
                  <a:pt x="0" y="0"/>
                </a:moveTo>
                <a:lnTo>
                  <a:pt x="1581727" y="0"/>
                </a:lnTo>
                <a:lnTo>
                  <a:pt x="1581727" y="1581728"/>
                </a:lnTo>
                <a:lnTo>
                  <a:pt x="0" y="15817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763059" y="3561667"/>
            <a:ext cx="1366968" cy="1366968"/>
          </a:xfrm>
          <a:custGeom>
            <a:avLst/>
            <a:gdLst/>
            <a:ahLst/>
            <a:cxnLst/>
            <a:rect r="r" b="b" t="t" l="l"/>
            <a:pathLst>
              <a:path h="1366968" w="1366968">
                <a:moveTo>
                  <a:pt x="0" y="0"/>
                </a:moveTo>
                <a:lnTo>
                  <a:pt x="1366968" y="0"/>
                </a:lnTo>
                <a:lnTo>
                  <a:pt x="1366968" y="1366968"/>
                </a:lnTo>
                <a:lnTo>
                  <a:pt x="0" y="1366968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014976" y="5501897"/>
            <a:ext cx="1098340" cy="1177844"/>
          </a:xfrm>
          <a:custGeom>
            <a:avLst/>
            <a:gdLst/>
            <a:ahLst/>
            <a:cxnLst/>
            <a:rect r="r" b="b" t="t" l="l"/>
            <a:pathLst>
              <a:path h="1177844" w="1098340">
                <a:moveTo>
                  <a:pt x="0" y="0"/>
                </a:moveTo>
                <a:lnTo>
                  <a:pt x="1098340" y="0"/>
                </a:lnTo>
                <a:lnTo>
                  <a:pt x="1098340" y="1177845"/>
                </a:lnTo>
                <a:lnTo>
                  <a:pt x="0" y="1177845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43811" y="5243290"/>
            <a:ext cx="1623629" cy="1640029"/>
          </a:xfrm>
          <a:custGeom>
            <a:avLst/>
            <a:gdLst/>
            <a:ahLst/>
            <a:cxnLst/>
            <a:rect r="r" b="b" t="t" l="l"/>
            <a:pathLst>
              <a:path h="1640029" w="1623629">
                <a:moveTo>
                  <a:pt x="0" y="0"/>
                </a:moveTo>
                <a:lnTo>
                  <a:pt x="1623629" y="0"/>
                </a:lnTo>
                <a:lnTo>
                  <a:pt x="1623629" y="1640029"/>
                </a:lnTo>
                <a:lnTo>
                  <a:pt x="0" y="164002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8334094" y="5501897"/>
            <a:ext cx="1232874" cy="1232874"/>
          </a:xfrm>
          <a:custGeom>
            <a:avLst/>
            <a:gdLst/>
            <a:ahLst/>
            <a:cxnLst/>
            <a:rect r="r" b="b" t="t" l="l"/>
            <a:pathLst>
              <a:path h="1232874" w="1232874">
                <a:moveTo>
                  <a:pt x="0" y="0"/>
                </a:moveTo>
                <a:lnTo>
                  <a:pt x="1232874" y="0"/>
                </a:lnTo>
                <a:lnTo>
                  <a:pt x="1232874" y="1232874"/>
                </a:lnTo>
                <a:lnTo>
                  <a:pt x="0" y="1232874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7537173" y="7196502"/>
            <a:ext cx="969617" cy="969617"/>
          </a:xfrm>
          <a:custGeom>
            <a:avLst/>
            <a:gdLst/>
            <a:ahLst/>
            <a:cxnLst/>
            <a:rect r="r" b="b" t="t" l="l"/>
            <a:pathLst>
              <a:path h="969617" w="969617">
                <a:moveTo>
                  <a:pt x="0" y="0"/>
                </a:moveTo>
                <a:lnTo>
                  <a:pt x="969617" y="0"/>
                </a:lnTo>
                <a:lnTo>
                  <a:pt x="969617" y="969616"/>
                </a:lnTo>
                <a:lnTo>
                  <a:pt x="0" y="96961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8721032" y="7130876"/>
            <a:ext cx="845936" cy="1061650"/>
          </a:xfrm>
          <a:custGeom>
            <a:avLst/>
            <a:gdLst/>
            <a:ahLst/>
            <a:cxnLst/>
            <a:rect r="r" b="b" t="t" l="l"/>
            <a:pathLst>
              <a:path h="1061650" w="845936">
                <a:moveTo>
                  <a:pt x="0" y="0"/>
                </a:moveTo>
                <a:lnTo>
                  <a:pt x="845936" y="0"/>
                </a:lnTo>
                <a:lnTo>
                  <a:pt x="845936" y="1061650"/>
                </a:lnTo>
                <a:lnTo>
                  <a:pt x="0" y="1061650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194329" y="7196502"/>
            <a:ext cx="1773111" cy="1061650"/>
          </a:xfrm>
          <a:custGeom>
            <a:avLst/>
            <a:gdLst/>
            <a:ahLst/>
            <a:cxnLst/>
            <a:rect r="r" b="b" t="t" l="l"/>
            <a:pathLst>
              <a:path h="1061650" w="1773111">
                <a:moveTo>
                  <a:pt x="0" y="0"/>
                </a:moveTo>
                <a:lnTo>
                  <a:pt x="1773111" y="0"/>
                </a:lnTo>
                <a:lnTo>
                  <a:pt x="1773111" y="1061650"/>
                </a:lnTo>
                <a:lnTo>
                  <a:pt x="0" y="106165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825568" y="7196502"/>
            <a:ext cx="1287749" cy="930398"/>
          </a:xfrm>
          <a:custGeom>
            <a:avLst/>
            <a:gdLst/>
            <a:ahLst/>
            <a:cxnLst/>
            <a:rect r="r" b="b" t="t" l="l"/>
            <a:pathLst>
              <a:path h="930398" w="1287749">
                <a:moveTo>
                  <a:pt x="0" y="0"/>
                </a:moveTo>
                <a:lnTo>
                  <a:pt x="1287748" y="0"/>
                </a:lnTo>
                <a:lnTo>
                  <a:pt x="1287748" y="930398"/>
                </a:lnTo>
                <a:lnTo>
                  <a:pt x="0" y="930398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7269686" y="8783587"/>
            <a:ext cx="1237104" cy="1237104"/>
          </a:xfrm>
          <a:custGeom>
            <a:avLst/>
            <a:gdLst/>
            <a:ahLst/>
            <a:cxnLst/>
            <a:rect r="r" b="b" t="t" l="l"/>
            <a:pathLst>
              <a:path h="1237104" w="1237104">
                <a:moveTo>
                  <a:pt x="0" y="0"/>
                </a:moveTo>
                <a:lnTo>
                  <a:pt x="1237104" y="0"/>
                </a:lnTo>
                <a:lnTo>
                  <a:pt x="1237104" y="1237104"/>
                </a:lnTo>
                <a:lnTo>
                  <a:pt x="0" y="123710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8395433" y="8726020"/>
            <a:ext cx="1430134" cy="1272820"/>
          </a:xfrm>
          <a:custGeom>
            <a:avLst/>
            <a:gdLst/>
            <a:ahLst/>
            <a:cxnLst/>
            <a:rect r="r" b="b" t="t" l="l"/>
            <a:pathLst>
              <a:path h="1272820" w="1430134">
                <a:moveTo>
                  <a:pt x="0" y="0"/>
                </a:moveTo>
                <a:lnTo>
                  <a:pt x="1430135" y="0"/>
                </a:lnTo>
                <a:lnTo>
                  <a:pt x="1430135" y="1272819"/>
                </a:lnTo>
                <a:lnTo>
                  <a:pt x="0" y="12728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891855" y="8654256"/>
            <a:ext cx="1344583" cy="1344583"/>
          </a:xfrm>
          <a:custGeom>
            <a:avLst/>
            <a:gdLst/>
            <a:ahLst/>
            <a:cxnLst/>
            <a:rect r="r" b="b" t="t" l="l"/>
            <a:pathLst>
              <a:path h="1344583" w="1344583">
                <a:moveTo>
                  <a:pt x="0" y="0"/>
                </a:moveTo>
                <a:lnTo>
                  <a:pt x="1344583" y="0"/>
                </a:lnTo>
                <a:lnTo>
                  <a:pt x="1344583" y="1344583"/>
                </a:lnTo>
                <a:lnTo>
                  <a:pt x="0" y="1344583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1490415" y="8713810"/>
            <a:ext cx="1297239" cy="1297239"/>
          </a:xfrm>
          <a:custGeom>
            <a:avLst/>
            <a:gdLst/>
            <a:ahLst/>
            <a:cxnLst/>
            <a:rect r="r" b="b" t="t" l="l"/>
            <a:pathLst>
              <a:path h="1297239" w="1297239">
                <a:moveTo>
                  <a:pt x="0" y="0"/>
                </a:moveTo>
                <a:lnTo>
                  <a:pt x="1297238" y="0"/>
                </a:lnTo>
                <a:lnTo>
                  <a:pt x="1297238" y="1297239"/>
                </a:lnTo>
                <a:lnTo>
                  <a:pt x="0" y="1297239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76120" y="460952"/>
            <a:ext cx="5945962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5990"/>
                </a:solidFill>
                <a:latin typeface="Anton"/>
                <a:ea typeface="Anton"/>
                <a:cs typeface="Anton"/>
                <a:sym typeface="Anton"/>
              </a:rPr>
              <a:t>ABOUT ME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453" y="1730491"/>
            <a:ext cx="8094415" cy="699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34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•M.S. Artificial Intelligence student at Boston University</a:t>
            </a:r>
          </a:p>
          <a:p>
            <a:pPr algn="l">
              <a:lnSpc>
                <a:spcPts val="4634"/>
              </a:lnSpc>
            </a:pPr>
          </a:p>
          <a:p>
            <a:pPr algn="l">
              <a:lnSpc>
                <a:spcPts val="4634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•Building production-focused AI systems across ML/DL, NLP, Computer Vision, and RAG</a:t>
            </a:r>
          </a:p>
          <a:p>
            <a:pPr algn="l">
              <a:lnSpc>
                <a:spcPts val="4634"/>
              </a:lnSpc>
            </a:pPr>
          </a:p>
          <a:p>
            <a:pPr algn="l">
              <a:lnSpc>
                <a:spcPts val="4634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•Delivering end-to-end full-stack AI deployment from research to production</a:t>
            </a:r>
          </a:p>
          <a:p>
            <a:pPr algn="l">
              <a:lnSpc>
                <a:spcPts val="4634"/>
              </a:lnSpc>
            </a:pPr>
          </a:p>
          <a:p>
            <a:pPr algn="l">
              <a:lnSpc>
                <a:spcPts val="4634"/>
              </a:lnSpc>
            </a:pPr>
            <a:r>
              <a:rPr lang="en-US" sz="2951" spc="14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•Focused on practical impact in accessibility, trust, and social good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773696" y="1730087"/>
            <a:ext cx="3412998" cy="1228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99"/>
              </a:lnSpc>
            </a:pPr>
            <a:r>
              <a:rPr lang="en-US" b="true" sz="4499" spc="22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BOSTON </a:t>
            </a:r>
          </a:p>
          <a:p>
            <a:pPr algn="l">
              <a:lnSpc>
                <a:spcPts val="4499"/>
              </a:lnSpc>
            </a:pPr>
            <a:r>
              <a:rPr lang="en-US" b="true" sz="4499" spc="22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UNIVERISTY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466026" y="3534811"/>
            <a:ext cx="6705796" cy="13938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b="true" sz="3499" spc="17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INDIAN INSTITUTE OF INFORMATION TECHNOLOGY</a:t>
            </a:r>
          </a:p>
          <a:p>
            <a:pPr algn="l">
              <a:lnSpc>
                <a:spcPts val="3499"/>
              </a:lnSpc>
            </a:pPr>
            <a:r>
              <a:rPr lang="en-US" b="true" sz="3499" spc="17">
                <a:solidFill>
                  <a:srgbClr val="0C3877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DHARWAD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85108" y="9286229"/>
            <a:ext cx="4802892" cy="808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51" spc="11" u="sng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  <a:hlinkClick r:id="rId21" tooltip="https://chava-sai.github.io/Portfolio/"/>
              </a:rPr>
              <a:t>https://github.com/essentials-of-artificial-intelligence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89667" y="-509115"/>
            <a:ext cx="9921229" cy="9921229"/>
          </a:xfrm>
          <a:custGeom>
            <a:avLst/>
            <a:gdLst/>
            <a:ahLst/>
            <a:cxnLst/>
            <a:rect r="r" b="b" t="t" l="l"/>
            <a:pathLst>
              <a:path h="9921229" w="9921229">
                <a:moveTo>
                  <a:pt x="0" y="0"/>
                </a:moveTo>
                <a:lnTo>
                  <a:pt x="9921230" y="0"/>
                </a:lnTo>
                <a:lnTo>
                  <a:pt x="9921230" y="9921229"/>
                </a:lnTo>
                <a:lnTo>
                  <a:pt x="0" y="992122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090027" y="935296"/>
            <a:ext cx="7498974" cy="2807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10920"/>
              </a:lnSpc>
            </a:pPr>
            <a:r>
              <a:rPr lang="en-US" sz="10400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GITHUB</a:t>
            </a:r>
          </a:p>
          <a:p>
            <a:pPr algn="just">
              <a:lnSpc>
                <a:spcPts val="10920"/>
              </a:lnSpc>
            </a:pPr>
            <a:r>
              <a:rPr lang="en-US" sz="10400">
                <a:solidFill>
                  <a:srgbClr val="0C3877"/>
                </a:solidFill>
                <a:latin typeface="Anton"/>
                <a:ea typeface="Anton"/>
                <a:cs typeface="Anton"/>
                <a:sym typeface="Anton"/>
              </a:rPr>
              <a:t>ORGANIZATION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-2151674" y="-727367"/>
            <a:ext cx="8483403" cy="11741734"/>
          </a:xfrm>
          <a:custGeom>
            <a:avLst/>
            <a:gdLst/>
            <a:ahLst/>
            <a:cxnLst/>
            <a:rect r="r" b="b" t="t" l="l"/>
            <a:pathLst>
              <a:path h="11741734" w="8483403">
                <a:moveTo>
                  <a:pt x="0" y="0"/>
                </a:moveTo>
                <a:lnTo>
                  <a:pt x="8483403" y="0"/>
                </a:lnTo>
                <a:lnTo>
                  <a:pt x="8483403" y="11741734"/>
                </a:lnTo>
                <a:lnTo>
                  <a:pt x="0" y="11741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573179" y="9053007"/>
            <a:ext cx="11714821" cy="613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1"/>
              </a:lnSpc>
            </a:pPr>
            <a:r>
              <a:rPr lang="en-US" sz="3351" spc="16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https://github.com/essentials-of-artificial-intelligence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525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487700" y="7120890"/>
            <a:ext cx="3849053" cy="4114800"/>
          </a:xfrm>
          <a:custGeom>
            <a:avLst/>
            <a:gdLst/>
            <a:ahLst/>
            <a:cxnLst/>
            <a:rect r="r" b="b" t="t" l="l"/>
            <a:pathLst>
              <a:path h="4114800" w="3849053">
                <a:moveTo>
                  <a:pt x="0" y="0"/>
                </a:moveTo>
                <a:lnTo>
                  <a:pt x="3849052" y="0"/>
                </a:lnTo>
                <a:lnTo>
                  <a:pt x="384905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972800" y="0"/>
            <a:ext cx="7315200" cy="1792224"/>
          </a:xfrm>
          <a:custGeom>
            <a:avLst/>
            <a:gdLst/>
            <a:ahLst/>
            <a:cxnLst/>
            <a:rect r="r" b="b" t="t" l="l"/>
            <a:pathLst>
              <a:path h="1792224" w="7315200">
                <a:moveTo>
                  <a:pt x="0" y="0"/>
                </a:moveTo>
                <a:lnTo>
                  <a:pt x="7315200" y="0"/>
                </a:lnTo>
                <a:lnTo>
                  <a:pt x="7315200" y="1792224"/>
                </a:lnTo>
                <a:lnTo>
                  <a:pt x="0" y="179222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619078" y="2643158"/>
            <a:ext cx="8668922" cy="4334461"/>
          </a:xfrm>
          <a:custGeom>
            <a:avLst/>
            <a:gdLst/>
            <a:ahLst/>
            <a:cxnLst/>
            <a:rect r="r" b="b" t="t" l="l"/>
            <a:pathLst>
              <a:path h="4334461" w="8668922">
                <a:moveTo>
                  <a:pt x="0" y="0"/>
                </a:moveTo>
                <a:lnTo>
                  <a:pt x="8668922" y="0"/>
                </a:lnTo>
                <a:lnTo>
                  <a:pt x="8668922" y="4334461"/>
                </a:lnTo>
                <a:lnTo>
                  <a:pt x="0" y="43344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81987" y="2538383"/>
            <a:ext cx="9260228" cy="5261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612" indent="-361806" lvl="1">
              <a:lnSpc>
                <a:spcPts val="4591"/>
              </a:lnSpc>
              <a:buFont typeface="Arial"/>
              <a:buChar char="•"/>
            </a:pPr>
            <a:r>
              <a:rPr lang="en-US" sz="3351" spc="16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Python is interpreted but uses a compiler step first (compiles to .pyc bytecode).</a:t>
            </a:r>
          </a:p>
          <a:p>
            <a:pPr algn="l" marL="723612" indent="-361806" lvl="1">
              <a:lnSpc>
                <a:spcPts val="4591"/>
              </a:lnSpc>
              <a:buFont typeface="Arial"/>
              <a:buChar char="•"/>
            </a:pPr>
            <a:r>
              <a:rPr lang="en-US" sz="3351" spc="16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The bytecode runs on the Python Virtual Machine (CPython).</a:t>
            </a:r>
          </a:p>
          <a:p>
            <a:pPr algn="l" marL="723612" indent="-361806" lvl="1">
              <a:lnSpc>
                <a:spcPts val="4591"/>
              </a:lnSpc>
              <a:buFont typeface="Arial"/>
              <a:buChar char="•"/>
            </a:pPr>
            <a:r>
              <a:rPr lang="en-US" sz="3351" spc="16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Why it matters for AI: Python acts as the "glue" that triggers high-speed C/C++ binaries in libraries like NumPy and TensorFlow.</a:t>
            </a:r>
          </a:p>
          <a:p>
            <a:pPr algn="l">
              <a:lnSpc>
                <a:spcPts val="4591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443491" y="899541"/>
            <a:ext cx="13984574" cy="125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HOW PYTHON ACTUALLY RUNS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96889" y="8013618"/>
            <a:ext cx="14031782" cy="707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6"/>
              </a:lnSpc>
            </a:pPr>
            <a:r>
              <a:rPr lang="en-US" sz="3851" spc="19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Source Code --&gt; Compiler --&gt; Bytecode --&gt; Virtual Machine.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072670" y="8032609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0" y="0"/>
                </a:moveTo>
                <a:lnTo>
                  <a:pt x="4490914" y="0"/>
                </a:lnTo>
                <a:lnTo>
                  <a:pt x="4490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4572" y="3127420"/>
            <a:ext cx="13900663" cy="213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23612" indent="-361806" lvl="1">
              <a:lnSpc>
                <a:spcPts val="5697"/>
              </a:lnSpc>
              <a:buFont typeface="Arial"/>
              <a:buChar char="•"/>
            </a:pPr>
            <a:r>
              <a:rPr lang="en-US" sz="3351" spc="16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In C, a variable is a memory location. In Python, a variable is a pointer to an object in memory.</a:t>
            </a:r>
          </a:p>
          <a:p>
            <a:pPr algn="l">
              <a:lnSpc>
                <a:spcPts val="5697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true" flipV="true" rot="0">
            <a:off x="14085445" y="-528284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697812" y="4591064"/>
            <a:ext cx="11878547" cy="4915570"/>
          </a:xfrm>
          <a:custGeom>
            <a:avLst/>
            <a:gdLst/>
            <a:ahLst/>
            <a:cxnLst/>
            <a:rect r="r" b="b" t="t" l="l"/>
            <a:pathLst>
              <a:path h="4915570" w="11878547">
                <a:moveTo>
                  <a:pt x="0" y="0"/>
                </a:moveTo>
                <a:lnTo>
                  <a:pt x="11878547" y="0"/>
                </a:lnTo>
                <a:lnTo>
                  <a:pt x="11878547" y="4915570"/>
                </a:lnTo>
                <a:lnTo>
                  <a:pt x="0" y="49155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100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605168" y="466501"/>
            <a:ext cx="11447053" cy="2468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VARIABLES ARE LABELS, NOT BUCKETS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74572" y="3985956"/>
            <a:ext cx="6950332" cy="4997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97"/>
              </a:lnSpc>
            </a:pPr>
          </a:p>
          <a:p>
            <a:pPr algn="l" marL="723612" indent="-361806" lvl="1">
              <a:lnSpc>
                <a:spcPts val="5697"/>
              </a:lnSpc>
              <a:buFont typeface="Arial"/>
              <a:buChar char="•"/>
            </a:pPr>
            <a:r>
              <a:rPr lang="en-US" sz="3351" spc="16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Everything is an object (even integers).</a:t>
            </a:r>
          </a:p>
          <a:p>
            <a:pPr algn="l" marL="723612" indent="-361806" lvl="1">
              <a:lnSpc>
                <a:spcPts val="5697"/>
              </a:lnSpc>
              <a:buFont typeface="Arial"/>
              <a:buChar char="•"/>
            </a:pPr>
            <a:r>
              <a:rPr lang="en-US" sz="3351" spc="16">
                <a:solidFill>
                  <a:srgbClr val="0C3877"/>
                </a:solidFill>
                <a:latin typeface="Codec Pro"/>
                <a:ea typeface="Codec Pro"/>
                <a:cs typeface="Codec Pro"/>
                <a:sym typeface="Codec Pro"/>
              </a:rPr>
              <a:t>Use the id() function to see the memory address of an object.</a:t>
            </a:r>
          </a:p>
          <a:p>
            <a:pPr algn="l">
              <a:lnSpc>
                <a:spcPts val="5697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00" y="-7962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972800" y="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7315200" y="1258824"/>
                </a:moveTo>
                <a:lnTo>
                  <a:pt x="0" y="12588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2588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736603" y="-244593"/>
            <a:ext cx="16290310" cy="10274210"/>
          </a:xfrm>
          <a:custGeom>
            <a:avLst/>
            <a:gdLst/>
            <a:ahLst/>
            <a:cxnLst/>
            <a:rect r="r" b="b" t="t" l="l"/>
            <a:pathLst>
              <a:path h="10274210" w="16290310">
                <a:moveTo>
                  <a:pt x="0" y="0"/>
                </a:moveTo>
                <a:lnTo>
                  <a:pt x="16290310" y="0"/>
                </a:lnTo>
                <a:lnTo>
                  <a:pt x="16290310" y="10274210"/>
                </a:lnTo>
                <a:lnTo>
                  <a:pt x="0" y="102742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90" t="-8363" r="-129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5098" y="925830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5523" y="274591"/>
            <a:ext cx="12511340" cy="1038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881"/>
              </a:lnSpc>
            </a:pPr>
            <a:r>
              <a:rPr lang="en-US" sz="75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PRIMITIVE AND COLLECTIONS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85523" y="1636789"/>
            <a:ext cx="643177" cy="48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D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15014" y="2963371"/>
            <a:ext cx="643177" cy="609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Y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P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93522" y="7907384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0" y="0"/>
                </a:moveTo>
                <a:lnTo>
                  <a:pt x="3074523" y="0"/>
                </a:lnTo>
                <a:lnTo>
                  <a:pt x="3074523" y="3328306"/>
                </a:lnTo>
                <a:lnTo>
                  <a:pt x="0" y="3328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213477" y="0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93071" y="105145"/>
            <a:ext cx="16366229" cy="10076711"/>
          </a:xfrm>
          <a:custGeom>
            <a:avLst/>
            <a:gdLst/>
            <a:ahLst/>
            <a:cxnLst/>
            <a:rect r="r" b="b" t="t" l="l"/>
            <a:pathLst>
              <a:path h="10076711" w="16366229">
                <a:moveTo>
                  <a:pt x="0" y="0"/>
                </a:moveTo>
                <a:lnTo>
                  <a:pt x="16366229" y="0"/>
                </a:lnTo>
                <a:lnTo>
                  <a:pt x="16366229" y="10076710"/>
                </a:lnTo>
                <a:lnTo>
                  <a:pt x="0" y="1007671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8209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9001" y="204608"/>
            <a:ext cx="16059115" cy="9877783"/>
          </a:xfrm>
          <a:custGeom>
            <a:avLst/>
            <a:gdLst/>
            <a:ahLst/>
            <a:cxnLst/>
            <a:rect r="r" b="b" t="t" l="l"/>
            <a:pathLst>
              <a:path h="9877783" w="16059115">
                <a:moveTo>
                  <a:pt x="0" y="0"/>
                </a:moveTo>
                <a:lnTo>
                  <a:pt x="16059116" y="0"/>
                </a:lnTo>
                <a:lnTo>
                  <a:pt x="16059116" y="9877784"/>
                </a:lnTo>
                <a:lnTo>
                  <a:pt x="0" y="98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13" t="-9094" r="-1174" b="-1485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5496978" y="-182250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93522" y="7907384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0" y="0"/>
                </a:moveTo>
                <a:lnTo>
                  <a:pt x="3074523" y="0"/>
                </a:lnTo>
                <a:lnTo>
                  <a:pt x="3074523" y="3328306"/>
                </a:lnTo>
                <a:lnTo>
                  <a:pt x="0" y="332830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70118">
            <a:off x="-5592987" y="3375195"/>
            <a:ext cx="11638830" cy="2143485"/>
          </a:xfrm>
          <a:custGeom>
            <a:avLst/>
            <a:gdLst/>
            <a:ahLst/>
            <a:cxnLst/>
            <a:rect r="r" b="b" t="t" l="l"/>
            <a:pathLst>
              <a:path h="2143485" w="11638830">
                <a:moveTo>
                  <a:pt x="0" y="0"/>
                </a:moveTo>
                <a:lnTo>
                  <a:pt x="11638830" y="0"/>
                </a:lnTo>
                <a:lnTo>
                  <a:pt x="11638830" y="2143484"/>
                </a:lnTo>
                <a:lnTo>
                  <a:pt x="0" y="214348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9654" y="648001"/>
            <a:ext cx="15407646" cy="9351950"/>
          </a:xfrm>
          <a:custGeom>
            <a:avLst/>
            <a:gdLst/>
            <a:ahLst/>
            <a:cxnLst/>
            <a:rect r="r" b="b" t="t" l="l"/>
            <a:pathLst>
              <a:path h="9351950" w="15407646">
                <a:moveTo>
                  <a:pt x="0" y="0"/>
                </a:moveTo>
                <a:lnTo>
                  <a:pt x="15407646" y="0"/>
                </a:lnTo>
                <a:lnTo>
                  <a:pt x="15407646" y="9351951"/>
                </a:lnTo>
                <a:lnTo>
                  <a:pt x="0" y="93519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815" t="-9094" r="0" b="-1567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1331321" y="-318516"/>
            <a:ext cx="7315200" cy="1347216"/>
          </a:xfrm>
          <a:custGeom>
            <a:avLst/>
            <a:gdLst/>
            <a:ahLst/>
            <a:cxnLst/>
            <a:rect r="r" b="b" t="t" l="l"/>
            <a:pathLst>
              <a:path h="1347216" w="7315200">
                <a:moveTo>
                  <a:pt x="7315200" y="1347216"/>
                </a:moveTo>
                <a:lnTo>
                  <a:pt x="0" y="1347216"/>
                </a:lnTo>
                <a:lnTo>
                  <a:pt x="0" y="0"/>
                </a:lnTo>
                <a:lnTo>
                  <a:pt x="7315200" y="0"/>
                </a:lnTo>
                <a:lnTo>
                  <a:pt x="7315200" y="134721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72215" y="137698"/>
            <a:ext cx="16539460" cy="10149302"/>
          </a:xfrm>
          <a:custGeom>
            <a:avLst/>
            <a:gdLst/>
            <a:ahLst/>
            <a:cxnLst/>
            <a:rect r="r" b="b" t="t" l="l"/>
            <a:pathLst>
              <a:path h="10149302" w="16539460">
                <a:moveTo>
                  <a:pt x="0" y="0"/>
                </a:moveTo>
                <a:lnTo>
                  <a:pt x="16539460" y="0"/>
                </a:lnTo>
                <a:lnTo>
                  <a:pt x="16539460" y="10149302"/>
                </a:lnTo>
                <a:lnTo>
                  <a:pt x="0" y="101493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8573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2363" y="7115847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0" y="0"/>
                </a:moveTo>
                <a:lnTo>
                  <a:pt x="3074523" y="0"/>
                </a:lnTo>
                <a:lnTo>
                  <a:pt x="3074523" y="3328307"/>
                </a:lnTo>
                <a:lnTo>
                  <a:pt x="0" y="3328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213477" y="0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-3244652" y="2406297"/>
            <a:ext cx="7954202" cy="1464899"/>
          </a:xfrm>
          <a:custGeom>
            <a:avLst/>
            <a:gdLst/>
            <a:ahLst/>
            <a:cxnLst/>
            <a:rect r="r" b="b" t="t" l="l"/>
            <a:pathLst>
              <a:path h="1464899" w="7954202">
                <a:moveTo>
                  <a:pt x="0" y="0"/>
                </a:moveTo>
                <a:lnTo>
                  <a:pt x="7954203" y="0"/>
                </a:lnTo>
                <a:lnTo>
                  <a:pt x="7954203" y="1464899"/>
                </a:lnTo>
                <a:lnTo>
                  <a:pt x="0" y="146489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2279490" y="4488733"/>
            <a:ext cx="11395282" cy="2098631"/>
          </a:xfrm>
          <a:custGeom>
            <a:avLst/>
            <a:gdLst/>
            <a:ahLst/>
            <a:cxnLst/>
            <a:rect r="r" b="b" t="t" l="l"/>
            <a:pathLst>
              <a:path h="2098631" w="11395282">
                <a:moveTo>
                  <a:pt x="11395282" y="0"/>
                </a:moveTo>
                <a:lnTo>
                  <a:pt x="0" y="0"/>
                </a:lnTo>
                <a:lnTo>
                  <a:pt x="0" y="2098632"/>
                </a:lnTo>
                <a:lnTo>
                  <a:pt x="11395282" y="2098632"/>
                </a:lnTo>
                <a:lnTo>
                  <a:pt x="113952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82102" y="0"/>
            <a:ext cx="16683974" cy="10101948"/>
          </a:xfrm>
          <a:custGeom>
            <a:avLst/>
            <a:gdLst/>
            <a:ahLst/>
            <a:cxnLst/>
            <a:rect r="r" b="b" t="t" l="l"/>
            <a:pathLst>
              <a:path h="10101948" w="16683974">
                <a:moveTo>
                  <a:pt x="0" y="0"/>
                </a:moveTo>
                <a:lnTo>
                  <a:pt x="16683974" y="0"/>
                </a:lnTo>
                <a:lnTo>
                  <a:pt x="16683974" y="10101948"/>
                </a:lnTo>
                <a:lnTo>
                  <a:pt x="0" y="101019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714" t="-10329" r="-893" b="-1475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1530782" y="6720501"/>
            <a:ext cx="3820500" cy="5454611"/>
          </a:xfrm>
          <a:custGeom>
            <a:avLst/>
            <a:gdLst/>
            <a:ahLst/>
            <a:cxnLst/>
            <a:rect r="r" b="b" t="t" l="l"/>
            <a:pathLst>
              <a:path h="5454611" w="3820500">
                <a:moveTo>
                  <a:pt x="0" y="0"/>
                </a:moveTo>
                <a:lnTo>
                  <a:pt x="3820500" y="0"/>
                </a:lnTo>
                <a:lnTo>
                  <a:pt x="3820500" y="5454611"/>
                </a:lnTo>
                <a:lnTo>
                  <a:pt x="0" y="54546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-3244652" y="2406297"/>
            <a:ext cx="7954202" cy="1464899"/>
          </a:xfrm>
          <a:custGeom>
            <a:avLst/>
            <a:gdLst/>
            <a:ahLst/>
            <a:cxnLst/>
            <a:rect r="r" b="b" t="t" l="l"/>
            <a:pathLst>
              <a:path h="1464899" w="7954202">
                <a:moveTo>
                  <a:pt x="0" y="0"/>
                </a:moveTo>
                <a:lnTo>
                  <a:pt x="7954203" y="0"/>
                </a:lnTo>
                <a:lnTo>
                  <a:pt x="7954203" y="1464899"/>
                </a:lnTo>
                <a:lnTo>
                  <a:pt x="0" y="1464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64899" y="0"/>
            <a:ext cx="16282378" cy="10116686"/>
          </a:xfrm>
          <a:custGeom>
            <a:avLst/>
            <a:gdLst/>
            <a:ahLst/>
            <a:cxnLst/>
            <a:rect r="r" b="b" t="t" l="l"/>
            <a:pathLst>
              <a:path h="10116686" w="16282378">
                <a:moveTo>
                  <a:pt x="0" y="0"/>
                </a:moveTo>
                <a:lnTo>
                  <a:pt x="16282378" y="0"/>
                </a:lnTo>
                <a:lnTo>
                  <a:pt x="16282378" y="10116686"/>
                </a:lnTo>
                <a:lnTo>
                  <a:pt x="0" y="101166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77" t="-8385" r="-1077" b="-1156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true" rot="0">
            <a:off x="15982314" y="-338288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3074523" y="3328306"/>
                </a:moveTo>
                <a:lnTo>
                  <a:pt x="0" y="3328306"/>
                </a:lnTo>
                <a:lnTo>
                  <a:pt x="0" y="0"/>
                </a:lnTo>
                <a:lnTo>
                  <a:pt x="3074523" y="0"/>
                </a:lnTo>
                <a:lnTo>
                  <a:pt x="3074523" y="332830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256884" y="7238861"/>
            <a:ext cx="3074523" cy="3328306"/>
          </a:xfrm>
          <a:custGeom>
            <a:avLst/>
            <a:gdLst/>
            <a:ahLst/>
            <a:cxnLst/>
            <a:rect r="r" b="b" t="t" l="l"/>
            <a:pathLst>
              <a:path h="3328306" w="3074523">
                <a:moveTo>
                  <a:pt x="0" y="0"/>
                </a:moveTo>
                <a:lnTo>
                  <a:pt x="3074523" y="0"/>
                </a:lnTo>
                <a:lnTo>
                  <a:pt x="3074523" y="3328307"/>
                </a:lnTo>
                <a:lnTo>
                  <a:pt x="0" y="332830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400000">
            <a:off x="12141099" y="4648325"/>
            <a:ext cx="11395282" cy="2098631"/>
          </a:xfrm>
          <a:custGeom>
            <a:avLst/>
            <a:gdLst/>
            <a:ahLst/>
            <a:cxnLst/>
            <a:rect r="r" b="b" t="t" l="l"/>
            <a:pathLst>
              <a:path h="2098631" w="11395282">
                <a:moveTo>
                  <a:pt x="11395282" y="0"/>
                </a:moveTo>
                <a:lnTo>
                  <a:pt x="0" y="0"/>
                </a:lnTo>
                <a:lnTo>
                  <a:pt x="0" y="2098632"/>
                </a:lnTo>
                <a:lnTo>
                  <a:pt x="11395282" y="2098632"/>
                </a:lnTo>
                <a:lnTo>
                  <a:pt x="11395282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0"/>
            <a:ext cx="16260972" cy="10139819"/>
          </a:xfrm>
          <a:custGeom>
            <a:avLst/>
            <a:gdLst/>
            <a:ahLst/>
            <a:cxnLst/>
            <a:rect r="r" b="b" t="t" l="l"/>
            <a:pathLst>
              <a:path h="10139819" w="16260972">
                <a:moveTo>
                  <a:pt x="0" y="0"/>
                </a:moveTo>
                <a:lnTo>
                  <a:pt x="16260972" y="0"/>
                </a:lnTo>
                <a:lnTo>
                  <a:pt x="16260972" y="10139819"/>
                </a:lnTo>
                <a:lnTo>
                  <a:pt x="0" y="101398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01" t="-7806" r="-1622" b="-1734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-5400000">
            <a:off x="-6207793" y="4904932"/>
            <a:ext cx="12415585" cy="2286537"/>
          </a:xfrm>
          <a:custGeom>
            <a:avLst/>
            <a:gdLst/>
            <a:ahLst/>
            <a:cxnLst/>
            <a:rect r="r" b="b" t="t" l="l"/>
            <a:pathLst>
              <a:path h="2286537" w="12415585">
                <a:moveTo>
                  <a:pt x="12415586" y="0"/>
                </a:moveTo>
                <a:lnTo>
                  <a:pt x="0" y="0"/>
                </a:lnTo>
                <a:lnTo>
                  <a:pt x="0" y="2286537"/>
                </a:lnTo>
                <a:lnTo>
                  <a:pt x="12415586" y="2286537"/>
                </a:lnTo>
                <a:lnTo>
                  <a:pt x="12415586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400" y="-7962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true" rot="0">
            <a:off x="10972800" y="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7315200" y="1258824"/>
                </a:moveTo>
                <a:lnTo>
                  <a:pt x="0" y="1258824"/>
                </a:lnTo>
                <a:lnTo>
                  <a:pt x="0" y="0"/>
                </a:lnTo>
                <a:lnTo>
                  <a:pt x="7315200" y="0"/>
                </a:lnTo>
                <a:lnTo>
                  <a:pt x="7315200" y="1258824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33191" y="9258300"/>
            <a:ext cx="7315200" cy="1258824"/>
          </a:xfrm>
          <a:custGeom>
            <a:avLst/>
            <a:gdLst/>
            <a:ahLst/>
            <a:cxnLst/>
            <a:rect r="r" b="b" t="t" l="l"/>
            <a:pathLst>
              <a:path h="1258824" w="7315200">
                <a:moveTo>
                  <a:pt x="0" y="0"/>
                </a:moveTo>
                <a:lnTo>
                  <a:pt x="7315200" y="0"/>
                </a:lnTo>
                <a:lnTo>
                  <a:pt x="7315200" y="1258824"/>
                </a:lnTo>
                <a:lnTo>
                  <a:pt x="0" y="125882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88124" y="390959"/>
            <a:ext cx="16071176" cy="9809882"/>
          </a:xfrm>
          <a:custGeom>
            <a:avLst/>
            <a:gdLst/>
            <a:ahLst/>
            <a:cxnLst/>
            <a:rect r="r" b="b" t="t" l="l"/>
            <a:pathLst>
              <a:path h="9809882" w="16071176">
                <a:moveTo>
                  <a:pt x="0" y="0"/>
                </a:moveTo>
                <a:lnTo>
                  <a:pt x="16071176" y="0"/>
                </a:lnTo>
                <a:lnTo>
                  <a:pt x="16071176" y="9809882"/>
                </a:lnTo>
                <a:lnTo>
                  <a:pt x="0" y="980988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9149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5523" y="1636789"/>
            <a:ext cx="643177" cy="6098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W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H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I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L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59300" y="4039744"/>
            <a:ext cx="643177" cy="488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L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</a:p>
          <a:p>
            <a:pPr algn="l">
              <a:lnSpc>
                <a:spcPts val="9561"/>
              </a:lnSpc>
            </a:pPr>
            <a:r>
              <a:rPr lang="en-US" sz="9106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P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948690"/>
            <a:ext cx="18288000" cy="12184380"/>
          </a:xfrm>
          <a:custGeom>
            <a:avLst/>
            <a:gdLst/>
            <a:ahLst/>
            <a:cxnLst/>
            <a:rect r="r" b="b" t="t" l="l"/>
            <a:pathLst>
              <a:path h="12184380" w="18288000">
                <a:moveTo>
                  <a:pt x="0" y="0"/>
                </a:moveTo>
                <a:lnTo>
                  <a:pt x="18288000" y="0"/>
                </a:lnTo>
                <a:lnTo>
                  <a:pt x="18288000" y="12184380"/>
                </a:lnTo>
                <a:lnTo>
                  <a:pt x="0" y="121843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-224652"/>
            <a:ext cx="15777339" cy="10511652"/>
          </a:xfrm>
          <a:custGeom>
            <a:avLst/>
            <a:gdLst/>
            <a:ahLst/>
            <a:cxnLst/>
            <a:rect r="r" b="b" t="t" l="l"/>
            <a:pathLst>
              <a:path h="10511652" w="15777339">
                <a:moveTo>
                  <a:pt x="0" y="0"/>
                </a:moveTo>
                <a:lnTo>
                  <a:pt x="15777339" y="0"/>
                </a:lnTo>
                <a:lnTo>
                  <a:pt x="15777339" y="10511652"/>
                </a:lnTo>
                <a:lnTo>
                  <a:pt x="0" y="105116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010651" y="7832711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0" y="0"/>
                </a:moveTo>
                <a:lnTo>
                  <a:pt x="4490914" y="0"/>
                </a:lnTo>
                <a:lnTo>
                  <a:pt x="4490914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true" rot="0">
            <a:off x="15530859" y="-1028700"/>
            <a:ext cx="4490914" cy="4114800"/>
          </a:xfrm>
          <a:custGeom>
            <a:avLst/>
            <a:gdLst/>
            <a:ahLst/>
            <a:cxnLst/>
            <a:rect r="r" b="b" t="t" l="l"/>
            <a:pathLst>
              <a:path h="4114800" w="4490914">
                <a:moveTo>
                  <a:pt x="4490914" y="4114800"/>
                </a:moveTo>
                <a:lnTo>
                  <a:pt x="0" y="4114800"/>
                </a:lnTo>
                <a:lnTo>
                  <a:pt x="0" y="0"/>
                </a:lnTo>
                <a:lnTo>
                  <a:pt x="4490914" y="0"/>
                </a:lnTo>
                <a:lnTo>
                  <a:pt x="4490914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34806" y="350310"/>
            <a:ext cx="906737" cy="687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79"/>
              </a:lnSpc>
            </a:pPr>
            <a:r>
              <a:rPr lang="en-US" sz="12837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L</a:t>
            </a:r>
          </a:p>
          <a:p>
            <a:pPr algn="l">
              <a:lnSpc>
                <a:spcPts val="13479"/>
              </a:lnSpc>
            </a:pPr>
            <a:r>
              <a:rPr lang="en-US" sz="12837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</a:p>
          <a:p>
            <a:pPr algn="l">
              <a:lnSpc>
                <a:spcPts val="13479"/>
              </a:lnSpc>
            </a:pPr>
            <a:r>
              <a:rPr lang="en-US" sz="12837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</a:p>
          <a:p>
            <a:pPr algn="l">
              <a:lnSpc>
                <a:spcPts val="13479"/>
              </a:lnSpc>
            </a:pPr>
            <a:r>
              <a:rPr lang="en-US" sz="12837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225189" y="2783077"/>
            <a:ext cx="551127" cy="72901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92"/>
              </a:lnSpc>
            </a:pPr>
            <a:r>
              <a:rPr lang="en-US" sz="7802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C</a:t>
            </a:r>
          </a:p>
          <a:p>
            <a:pPr algn="l">
              <a:lnSpc>
                <a:spcPts val="8192"/>
              </a:lnSpc>
            </a:pPr>
            <a:r>
              <a:rPr lang="en-US" sz="7802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</a:p>
          <a:p>
            <a:pPr algn="l">
              <a:lnSpc>
                <a:spcPts val="8192"/>
              </a:lnSpc>
            </a:pPr>
            <a:r>
              <a:rPr lang="en-US" sz="7802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N</a:t>
            </a:r>
          </a:p>
          <a:p>
            <a:pPr algn="l">
              <a:lnSpc>
                <a:spcPts val="8192"/>
              </a:lnSpc>
            </a:pPr>
            <a:r>
              <a:rPr lang="en-US" sz="7802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T</a:t>
            </a:r>
          </a:p>
          <a:p>
            <a:pPr algn="l">
              <a:lnSpc>
                <a:spcPts val="8192"/>
              </a:lnSpc>
            </a:pPr>
            <a:r>
              <a:rPr lang="en-US" sz="7802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R</a:t>
            </a:r>
          </a:p>
          <a:p>
            <a:pPr algn="l">
              <a:lnSpc>
                <a:spcPts val="8192"/>
              </a:lnSpc>
            </a:pPr>
            <a:r>
              <a:rPr lang="en-US" sz="7802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O</a:t>
            </a:r>
          </a:p>
          <a:p>
            <a:pPr algn="l">
              <a:lnSpc>
                <a:spcPts val="8192"/>
              </a:lnSpc>
            </a:pPr>
            <a:r>
              <a:rPr lang="en-US" sz="7802">
                <a:solidFill>
                  <a:srgbClr val="0071B3"/>
                </a:solidFill>
                <a:latin typeface="Anton"/>
                <a:ea typeface="Anton"/>
                <a:cs typeface="Anton"/>
                <a:sym typeface="Anton"/>
              </a:rPr>
              <a:t>L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542535" cy="12353964"/>
          </a:xfrm>
          <a:custGeom>
            <a:avLst/>
            <a:gdLst/>
            <a:ahLst/>
            <a:cxnLst/>
            <a:rect r="r" b="b" t="t" l="l"/>
            <a:pathLst>
              <a:path h="12353964" w="18542535">
                <a:moveTo>
                  <a:pt x="0" y="0"/>
                </a:moveTo>
                <a:lnTo>
                  <a:pt x="18542535" y="0"/>
                </a:lnTo>
                <a:lnTo>
                  <a:pt x="18542535" y="12353964"/>
                </a:lnTo>
                <a:lnTo>
                  <a:pt x="0" y="123539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5806" y="-97544"/>
            <a:ext cx="17276388" cy="10482089"/>
          </a:xfrm>
          <a:custGeom>
            <a:avLst/>
            <a:gdLst/>
            <a:ahLst/>
            <a:cxnLst/>
            <a:rect r="r" b="b" t="t" l="l"/>
            <a:pathLst>
              <a:path h="10482089" w="17276388">
                <a:moveTo>
                  <a:pt x="0" y="0"/>
                </a:moveTo>
                <a:lnTo>
                  <a:pt x="17276388" y="0"/>
                </a:lnTo>
                <a:lnTo>
                  <a:pt x="17276388" y="10482088"/>
                </a:lnTo>
                <a:lnTo>
                  <a:pt x="0" y="104820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981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DAHLYsLGNho</dc:identifier>
  <dcterms:modified xsi:type="dcterms:W3CDTF">2011-08-01T06:04:30Z</dcterms:modified>
  <cp:revision>1</cp:revision>
  <dc:title>Python </dc:title>
</cp:coreProperties>
</file>